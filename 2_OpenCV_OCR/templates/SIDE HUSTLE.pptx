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8" r:id="rId3"/>
    <p:sldId id="257" r:id="rId4"/>
    <p:sldId id="260" r:id="rId5"/>
    <p:sldId id="262" r:id="rId6"/>
    <p:sldId id="261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D6FB-BF45-466C-9214-15B677CBF5C8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2002345-9007-43CD-BD54-4A4255AE3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211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D6FB-BF45-466C-9214-15B677CBF5C8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02345-9007-43CD-BD54-4A4255AE3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553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D6FB-BF45-466C-9214-15B677CBF5C8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2002345-9007-43CD-BD54-4A4255AE3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36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D6FB-BF45-466C-9214-15B677CBF5C8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2002345-9007-43CD-BD54-4A4255AE3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646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D6FB-BF45-466C-9214-15B677CBF5C8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2002345-9007-43CD-BD54-4A4255AE3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077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D6FB-BF45-466C-9214-15B677CBF5C8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02345-9007-43CD-BD54-4A4255AE3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61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D6FB-BF45-466C-9214-15B677CBF5C8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02345-9007-43CD-BD54-4A4255AE3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328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D6FB-BF45-466C-9214-15B677CBF5C8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02345-9007-43CD-BD54-4A4255AE3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627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D6FB-BF45-466C-9214-15B677CBF5C8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002345-9007-43CD-BD54-4A4255AE3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82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D6FB-BF45-466C-9214-15B677CBF5C8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2002345-9007-43CD-BD54-4A4255AE3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001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D6FB-BF45-466C-9214-15B677CBF5C8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2002345-9007-43CD-BD54-4A4255AE303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3989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D6FB-BF45-466C-9214-15B677CBF5C8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002345-9007-43CD-BD54-4A4255AE3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183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D6FB-BF45-466C-9214-15B677CBF5C8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002345-9007-43CD-BD54-4A4255AE303D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88981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D6FB-BF45-466C-9214-15B677CBF5C8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002345-9007-43CD-BD54-4A4255AE3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720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D6FB-BF45-466C-9214-15B677CBF5C8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02345-9007-43CD-BD54-4A4255AE3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17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D6FB-BF45-466C-9214-15B677CBF5C8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02345-9007-43CD-BD54-4A4255AE3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405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8D6FB-BF45-466C-9214-15B677CBF5C8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2002345-9007-43CD-BD54-4A4255AE3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25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A4CF1-9207-D575-D51A-BC29C2CD03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SIDE HUSTLE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D7E37-18BA-80CE-BAF3-E8D09BD766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080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Freelancer websites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4364" y="1972703"/>
            <a:ext cx="4807741" cy="576262"/>
          </a:xfrm>
        </p:spPr>
        <p:txBody>
          <a:bodyPr/>
          <a:lstStyle/>
          <a:p>
            <a:r>
              <a:rPr lang="en-US" dirty="0" smtClean="0"/>
              <a:t>Mandatory to make profile here: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 smtClean="0"/>
              <a:t>Freelancer.com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Upwork.com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Peopleperhour.com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Fiverr.com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785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040A0-1AC9-96D3-94A6-0B4E6BF3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ways to earn money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86FBA-8BDF-A4A3-360D-D5C088575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 smtClean="0"/>
              <a:t>Product description work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Typing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Data </a:t>
            </a:r>
            <a:r>
              <a:rPr lang="en-US" dirty="0" smtClean="0"/>
              <a:t>entry/</a:t>
            </a:r>
            <a:r>
              <a:rPr lang="en-US" dirty="0" err="1" smtClean="0"/>
              <a:t>ppt</a:t>
            </a:r>
            <a:r>
              <a:rPr lang="en-US" dirty="0" smtClean="0"/>
              <a:t> making</a:t>
            </a:r>
            <a:endParaRPr lang="en-US" dirty="0" smtClean="0"/>
          </a:p>
          <a:p>
            <a:pPr>
              <a:buFont typeface="+mj-lt"/>
              <a:buAutoNum type="arabicPeriod"/>
            </a:pPr>
            <a:r>
              <a:rPr lang="en-US" dirty="0" err="1" smtClean="0"/>
              <a:t>Copywritting</a:t>
            </a:r>
            <a:endParaRPr lang="en-US" dirty="0" smtClean="0"/>
          </a:p>
          <a:p>
            <a:pPr>
              <a:buFont typeface="+mj-lt"/>
              <a:buAutoNum type="arabicPeriod"/>
            </a:pPr>
            <a:r>
              <a:rPr lang="en-US" dirty="0" smtClean="0"/>
              <a:t>Content creation by AI 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Outlier AI(code by Harry)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Write subtitles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Transcribing</a:t>
            </a:r>
          </a:p>
          <a:p>
            <a:pPr>
              <a:buFont typeface="+mj-lt"/>
              <a:buAutoNum type="arabicPeriod"/>
            </a:pPr>
            <a:endParaRPr lang="en-US" dirty="0" smtClean="0"/>
          </a:p>
          <a:p>
            <a:pPr>
              <a:buFont typeface="+mj-lt"/>
              <a:buAutoNum type="arabicPeriod"/>
            </a:pPr>
            <a:endParaRPr lang="en-US" dirty="0" smtClean="0"/>
          </a:p>
          <a:p>
            <a:pPr>
              <a:buFont typeface="+mj-lt"/>
              <a:buAutoNum type="arabicPeriod"/>
            </a:pPr>
            <a:endParaRPr lang="en-US" dirty="0" smtClean="0"/>
          </a:p>
          <a:p>
            <a:pPr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666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 smtClean="0"/>
              <a:t>Content creation </a:t>
            </a:r>
          </a:p>
          <a:p>
            <a:pPr>
              <a:buFont typeface="+mj-lt"/>
              <a:buAutoNum type="arabicPeriod"/>
            </a:pPr>
            <a:r>
              <a:rPr lang="en-US" dirty="0" err="1" smtClean="0"/>
              <a:t>Dropshipping</a:t>
            </a:r>
            <a:endParaRPr lang="en-US" dirty="0" smtClean="0"/>
          </a:p>
          <a:p>
            <a:pPr>
              <a:buFont typeface="+mj-lt"/>
              <a:buAutoNum type="arabicPeriod"/>
            </a:pPr>
            <a:r>
              <a:rPr lang="en-US" dirty="0" err="1" smtClean="0"/>
              <a:t>Videopgraphy</a:t>
            </a:r>
            <a:r>
              <a:rPr lang="en-US" dirty="0" smtClean="0"/>
              <a:t> and photography.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Instagram theme page/fan page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Instagram faming 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Instagram agency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Social media management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Graphic design/thumbnail design 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Content writing and copywriting </a:t>
            </a:r>
          </a:p>
          <a:p>
            <a:pPr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 smtClean="0"/>
              <a:t>Visual assistant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UCG creato</a:t>
            </a:r>
            <a:r>
              <a:rPr lang="en-US" dirty="0" smtClean="0"/>
              <a:t>r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Marketing an SEO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Freelance influencer marketer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Interview engineer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Write e-books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Digital products(template,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Service arbitrage</a:t>
            </a:r>
          </a:p>
          <a:p>
            <a:pPr>
              <a:buFont typeface="+mj-lt"/>
              <a:buAutoNum type="arabicPeriod"/>
            </a:pPr>
            <a:endParaRPr lang="en-US" dirty="0" smtClean="0"/>
          </a:p>
          <a:p>
            <a:pPr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7425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US" dirty="0" smtClean="0"/>
              <a:t>Ai content  creation services</a:t>
            </a:r>
            <a:r>
              <a:rPr lang="en-IN" dirty="0" smtClean="0"/>
              <a:t>(creating </a:t>
            </a:r>
            <a:r>
              <a:rPr lang="en-IN" dirty="0" err="1" smtClean="0"/>
              <a:t>blogs,social</a:t>
            </a:r>
            <a:r>
              <a:rPr lang="en-IN" dirty="0" smtClean="0"/>
              <a:t> media </a:t>
            </a:r>
            <a:r>
              <a:rPr lang="en-IN" dirty="0" err="1" smtClean="0"/>
              <a:t>post,marketing</a:t>
            </a:r>
            <a:r>
              <a:rPr lang="en-IN" dirty="0" smtClean="0"/>
              <a:t> copy, product description)</a:t>
            </a:r>
            <a:br>
              <a:rPr lang="en-IN" dirty="0" smtClean="0"/>
            </a:br>
            <a:endParaRPr lang="en-IN" dirty="0" smtClean="0"/>
          </a:p>
          <a:p>
            <a:pPr>
              <a:buFont typeface="+mj-lt"/>
              <a:buAutoNum type="arabicPeriod"/>
            </a:pPr>
            <a:r>
              <a:rPr lang="en-US" dirty="0" smtClean="0"/>
              <a:t>Online courses</a:t>
            </a:r>
          </a:p>
          <a:p>
            <a:pPr>
              <a:buFont typeface="+mj-lt"/>
              <a:buAutoNum type="arabicPeriod"/>
            </a:pPr>
            <a:r>
              <a:rPr lang="en-US" dirty="0" err="1" smtClean="0"/>
              <a:t>Youtube</a:t>
            </a:r>
            <a:r>
              <a:rPr lang="en-US" dirty="0" smtClean="0"/>
              <a:t> AI Automation</a:t>
            </a:r>
          </a:p>
          <a:p>
            <a:pPr>
              <a:buFont typeface="+mj-lt"/>
              <a:buAutoNum type="arabicPeriod"/>
            </a:pPr>
            <a:r>
              <a:rPr lang="en-US" dirty="0" err="1" smtClean="0"/>
              <a:t>Trnscribing</a:t>
            </a:r>
            <a:endParaRPr lang="en-US" dirty="0" smtClean="0"/>
          </a:p>
          <a:p>
            <a:pPr>
              <a:buFont typeface="+mj-lt"/>
              <a:buAutoNum type="arabicPeriod"/>
            </a:pPr>
            <a:r>
              <a:rPr lang="en-US" dirty="0" smtClean="0"/>
              <a:t>Sell photos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Test websites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Online language tutors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680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+mj-lt"/>
              <a:buAutoNum type="arabicPeriod"/>
            </a:pPr>
            <a:r>
              <a:rPr lang="en-IN" dirty="0"/>
              <a:t>1. Good Paid Internships (added advantage of overlap with degree &amp; syllabus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2. Web </a:t>
            </a:r>
            <a:r>
              <a:rPr lang="en-IN" dirty="0"/>
              <a:t>App </a:t>
            </a:r>
            <a:r>
              <a:rPr lang="en-IN" dirty="0" smtClean="0"/>
              <a:t>Development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3. Video Editing - story telling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4</a:t>
            </a:r>
            <a:r>
              <a:rPr lang="en-IN" dirty="0"/>
              <a:t>. After Effects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5</a:t>
            </a:r>
            <a:r>
              <a:rPr lang="en-IN" dirty="0"/>
              <a:t>. Digital Marketing &amp; selling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6</a:t>
            </a:r>
            <a:r>
              <a:rPr lang="en-IN" dirty="0"/>
              <a:t>. Make Up Artist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7</a:t>
            </a:r>
            <a:r>
              <a:rPr lang="en-IN" dirty="0"/>
              <a:t>. Drone </a:t>
            </a:r>
            <a:r>
              <a:rPr lang="en-IN" dirty="0" smtClean="0"/>
              <a:t>Pilot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8. Remote Customer Care executive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9</a:t>
            </a:r>
            <a:r>
              <a:rPr lang="en-IN" dirty="0"/>
              <a:t>. Teaching Assistant in Coaching </a:t>
            </a:r>
            <a:r>
              <a:rPr lang="en-IN" dirty="0" smtClean="0"/>
              <a:t>Institutes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10. Social media manager &amp; creative input </a:t>
            </a:r>
            <a:endParaRPr lang="en-IN" dirty="0" smtClean="0"/>
          </a:p>
          <a:p>
            <a:r>
              <a:rPr lang="en-IN" dirty="0" smtClean="0"/>
              <a:t>11</a:t>
            </a:r>
            <a:r>
              <a:rPr lang="en-IN" dirty="0"/>
              <a:t>. Script Writer/Content Writing/Ghost writer </a:t>
            </a:r>
            <a:endParaRPr lang="en-IN" dirty="0" smtClean="0"/>
          </a:p>
          <a:p>
            <a:r>
              <a:rPr lang="en-IN" dirty="0" smtClean="0"/>
              <a:t>12</a:t>
            </a:r>
            <a:r>
              <a:rPr lang="en-IN" dirty="0"/>
              <a:t>. Graphic Design - UI/UX </a:t>
            </a:r>
            <a:endParaRPr lang="en-IN" dirty="0" smtClean="0"/>
          </a:p>
          <a:p>
            <a:r>
              <a:rPr lang="en-IN" dirty="0" smtClean="0"/>
              <a:t>13</a:t>
            </a:r>
            <a:r>
              <a:rPr lang="en-IN" dirty="0"/>
              <a:t>. Remote Online Sales Executive 14. Drop shipping </a:t>
            </a:r>
            <a:endParaRPr lang="en-IN" dirty="0" smtClean="0"/>
          </a:p>
          <a:p>
            <a:r>
              <a:rPr lang="en-IN" dirty="0" smtClean="0"/>
              <a:t>15</a:t>
            </a:r>
            <a:r>
              <a:rPr lang="en-IN" dirty="0"/>
              <a:t>. Marriage Cinematography </a:t>
            </a:r>
            <a:endParaRPr lang="en-IN" dirty="0" smtClean="0"/>
          </a:p>
          <a:p>
            <a:r>
              <a:rPr lang="en-IN" dirty="0" smtClean="0"/>
              <a:t>16</a:t>
            </a:r>
            <a:r>
              <a:rPr lang="en-IN" dirty="0"/>
              <a:t>. Marriage Photographer </a:t>
            </a:r>
            <a:endParaRPr lang="en-IN" dirty="0" smtClean="0"/>
          </a:p>
          <a:p>
            <a:r>
              <a:rPr lang="en-IN" dirty="0" smtClean="0"/>
              <a:t>17</a:t>
            </a:r>
            <a:r>
              <a:rPr lang="en-IN" dirty="0"/>
              <a:t>. Social Media Creator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1537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 err="1" smtClean="0"/>
              <a:t>Youtube</a:t>
            </a:r>
            <a:r>
              <a:rPr lang="en-US" dirty="0" smtClean="0"/>
              <a:t> Automation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Freelancing 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Instagram theme pages</a:t>
            </a:r>
          </a:p>
          <a:p>
            <a:pPr>
              <a:buFont typeface="+mj-lt"/>
              <a:buAutoNum type="arabicPeriod"/>
            </a:pPr>
            <a:r>
              <a:rPr lang="en-US" dirty="0" err="1" smtClean="0"/>
              <a:t>Dropshipping</a:t>
            </a:r>
            <a:r>
              <a:rPr lang="en-US" dirty="0" smtClean="0"/>
              <a:t> 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Blogging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Online tutoring </a:t>
            </a:r>
          </a:p>
          <a:p>
            <a:pPr>
              <a:buFont typeface="+mj-lt"/>
              <a:buAutoNum type="arabicPeriod"/>
            </a:pPr>
            <a:r>
              <a:rPr lang="en-US" dirty="0" err="1" smtClean="0"/>
              <a:t>Esty</a:t>
            </a:r>
            <a:r>
              <a:rPr lang="en-US" dirty="0" smtClean="0"/>
              <a:t> 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Social media marketing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Create digital products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 smtClean="0"/>
              <a:t>Scriptwriting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Video editing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Content creation</a:t>
            </a:r>
          </a:p>
          <a:p>
            <a:pPr>
              <a:buFont typeface="+mj-lt"/>
              <a:buAutoNum type="arabicPeriod"/>
            </a:pPr>
            <a:endParaRPr lang="en-US" dirty="0" smtClean="0"/>
          </a:p>
          <a:p>
            <a:pPr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624113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978</TotalTime>
  <Words>224</Words>
  <Application>Microsoft Office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Wisp</vt:lpstr>
      <vt:lpstr>SIDE HUSTLE</vt:lpstr>
      <vt:lpstr>Freelancer websites</vt:lpstr>
      <vt:lpstr>Different types of ways to earn money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SIDE HUSTLE</dc:title>
  <dc:creator>geetanjally rani</dc:creator>
  <cp:lastModifiedBy>HP</cp:lastModifiedBy>
  <cp:revision>37</cp:revision>
  <dcterms:created xsi:type="dcterms:W3CDTF">2024-11-01T14:22:32Z</dcterms:created>
  <dcterms:modified xsi:type="dcterms:W3CDTF">2024-12-29T16:02:53Z</dcterms:modified>
</cp:coreProperties>
</file>