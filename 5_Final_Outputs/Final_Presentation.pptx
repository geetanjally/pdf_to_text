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Data Mining is the process of extracting valuable insights and knowledge from large datasets.</a:t>
            </a:r>
          </a:p>
          <a:p>
            <a:pPr>
              <a:defRPr sz="1800"/>
            </a:pPr>
            <a:r>
              <a:t>It utilizes statistical and computational techniques to uncover hidden patterns, relationships, and trends.</a:t>
            </a:r>
          </a:p>
          <a:p>
            <a:pPr>
              <a:defRPr sz="1800"/>
            </a:pPr>
            <a:r>
              <a:t>Data sources can be diverse, including structured databases, semi-structured data warehouses, or unstructured data lakes.</a:t>
            </a:r>
          </a:p>
          <a:p>
            <a:pPr>
              <a:defRPr sz="1800"/>
            </a:pPr>
            <a:r>
              <a:t>The field employs a wide array of algorithms tailored for different analytical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Mining Matters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Today, data is generated at an unprecedented rate with every digital interaction and purchase.</a:t>
            </a:r>
          </a:p>
          <a:p>
            <a:pPr>
              <a:defRPr sz="1800"/>
            </a:pPr>
            <a:r>
              <a:t>Companies leverage this vast amount of data to make smart, data-driven decisions.</a:t>
            </a:r>
          </a:p>
          <a:p>
            <a:pPr>
              <a:defRPr sz="1800"/>
            </a:pPr>
            <a:r>
              <a:t>Data mining helps businesses understand customer behavior, optimize operations, and maintain a competitive edge.</a:t>
            </a:r>
          </a:p>
          <a:p>
            <a:pPr>
              <a:defRPr sz="1800"/>
            </a:pPr>
            <a:r>
              <a:t>It transforms raw data into actionable intelligence for solving business problems and making future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Machine Learning (ML): Essential for building predictive models and automating pattern discovery.</a:t>
            </a:r>
          </a:p>
          <a:p>
            <a:pPr>
              <a:defRPr sz="1800"/>
            </a:pPr>
            <a:r>
              <a:t>Statistics: Used for data analysis, hypothesis testing, and interpreting findings (e.g., Mean, Mode, Median).</a:t>
            </a:r>
          </a:p>
          <a:p>
            <a:pPr>
              <a:defRPr sz="1800"/>
            </a:pPr>
            <a:r>
              <a:t>Database Systems &amp; Data Warehousing: Crucial for efficient storage, retrieval, and management of large datasets.</a:t>
            </a:r>
          </a:p>
          <a:p>
            <a:pPr>
              <a:defRPr sz="1800"/>
            </a:pPr>
            <a:r>
              <a:t>Information Retrieval: Techniques for finding relevant information, especially in unstructured data.</a:t>
            </a:r>
          </a:p>
          <a:p>
            <a:pPr>
              <a:defRPr sz="1800"/>
            </a:pPr>
            <a:r>
              <a:t>High-Performance Computing: Enables processing of massive datasets and complex algorithms efficiently.</a:t>
            </a:r>
          </a:p>
          <a:p>
            <a:pPr>
              <a:defRPr sz="1800"/>
            </a:pPr>
            <a:r>
              <a:t>Visualization: For presenting complex data insights clearly and effectively.</a:t>
            </a:r>
          </a:p>
          <a:p>
            <a:pPr>
              <a:defRPr sz="1800"/>
            </a:pPr>
            <a:r>
              <a:t>Pattern Recognition: Identifying recurring patterns and regularities within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Applications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Customer Segmentation: Grouping customers based on shared characteristics to tailor marketing strategies and personalize experiences.</a:t>
            </a:r>
          </a:p>
          <a:p>
            <a:pPr>
              <a:defRPr sz="1800"/>
            </a:pPr>
            <a:r>
              <a:t>Market Basket Analysis: Discovering associations between products frequently bought together to optimize product placement and promotions.</a:t>
            </a:r>
          </a:p>
          <a:p>
            <a:pPr>
              <a:defRPr sz="1800"/>
            </a:pPr>
            <a:r>
              <a:t>Predictive Modeling: Forecasting future outcomes such as sales trends, customer churn, or potential risks.</a:t>
            </a:r>
          </a:p>
          <a:p>
            <a:pPr>
              <a:defRPr sz="1800"/>
            </a:pPr>
            <a:r>
              <a:t>Fraud Detection: Identifying unusual patterns that might indicate fraudulent activities in various sectors like finance and insurance.</a:t>
            </a:r>
          </a:p>
          <a:p>
            <a:pPr>
              <a:defRPr sz="1800"/>
            </a:pPr>
            <a:r>
              <a:t>Widely adopted across diverse industries including finance, healthcare, retail, and telecommunications for informed decision-making.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 Mining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1. Data Cleaning &amp; Integration: Extracting relevant data from various sources and combining it into a unified view.</a:t>
            </a:r>
          </a:p>
          <a:p>
            <a:pPr>
              <a:defRPr sz="1800"/>
            </a:pPr>
            <a:r>
              <a:t>2. Data Pre-processing: Handling noisy data, removing inconsistencies, and addressing missing values to ensure data quality.</a:t>
            </a:r>
          </a:p>
          <a:p>
            <a:pPr>
              <a:defRPr sz="1800"/>
            </a:pPr>
            <a:r>
              <a:t>3. Pattern Recognition &amp; Machine Learning: Applying algorithms (e.g., Classification, Clustering, Regression) to discover hidden patterns and build models.</a:t>
            </a:r>
          </a:p>
          <a:p>
            <a:pPr>
              <a:defRPr sz="1800"/>
            </a:pPr>
            <a:r>
              <a:t>4. Statistical Analysis: Using statistical methods to summarize, describe, and infer meaningful insights from the processed data.</a:t>
            </a:r>
          </a:p>
          <a:p>
            <a:pPr>
              <a:defRPr sz="1800"/>
            </a:pPr>
            <a:r>
              <a:t>5. Evaluation &amp; Interpretation: Assessing the validity, significance, and actionable potential of the discovered patterns and models.</a:t>
            </a:r>
          </a:p>
          <a:p>
            <a:pPr>
              <a:defRPr sz="1800"/>
            </a:pPr>
            <a:r>
              <a:t>6. Data Presentation &amp; Visualization: Communicating findings effectively to stakeholders using charts, graphs, and interactive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