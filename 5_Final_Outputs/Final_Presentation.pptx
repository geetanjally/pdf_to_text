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8" r:id="rId3"/>
    <p:sldId id="257" r:id="rId4"/>
    <p:sldId id="260" r:id="rId5"/>
    <p:sldId id="262" r:id="rId6"/>
    <p:sldId id="261" r:id="rId7"/>
    <p:sldId id="259" r:id="rId8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21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8553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136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164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77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61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2328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562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782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3001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3989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1831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88981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57201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3170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94053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38D6FB-BF45-466C-9214-15B677CBF5C8}" type="datetimeFigureOut">
              <a:rPr lang="en-IN" smtClean="0"/>
              <a:t>29-12-2024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E2002345-9007-43CD-BD54-4A4255AE30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825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A4CF1-9207-D575-D51A-BC29C2CD03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SIDE HUSTLE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D7E37-18BA-80CE-BAF3-E8D09BD766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0080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Freelancer websites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4364" y="1972703"/>
            <a:ext cx="4807741" cy="576262"/>
          </a:xfrm>
        </p:spPr>
        <p:txBody>
          <a:bodyPr/>
          <a:lstStyle/>
          <a:p>
            <a:r>
              <a:rPr lang="en-US" dirty="0" smtClean="0"/>
              <a:t>Mandatory to make profile here: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smtClean="0"/>
              <a:t>Freelancer.com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Upwork.com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Peopleperhour.com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Fiverr.com</a:t>
            </a:r>
            <a:endParaRPr lang="en-I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0785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040A0-1AC9-96D3-94A6-0B4E6BF3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ways to earn money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86FBA-8BDF-A4A3-360D-D5C088575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smtClean="0"/>
              <a:t>Product description work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Typing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Data </a:t>
            </a:r>
            <a:r>
              <a:rPr lang="en-US" dirty="0" smtClean="0"/>
              <a:t>entry/</a:t>
            </a:r>
            <a:r>
              <a:rPr lang="en-US" dirty="0" err="1" smtClean="0"/>
              <a:t>ppt</a:t>
            </a:r>
            <a:r>
              <a:rPr lang="en-US" dirty="0" smtClean="0"/>
              <a:t> making</a:t>
            </a:r>
            <a:endParaRPr lang="en-US" dirty="0" smtClean="0"/>
          </a:p>
          <a:p>
            <a:pPr>
              <a:buFont typeface="+mj-lt"/>
              <a:buAutoNum type="arabicPeriod"/>
            </a:pPr>
            <a:r>
              <a:rPr lang="en-US" dirty="0" err="1" smtClean="0"/>
              <a:t>Copywritting</a:t>
            </a:r>
            <a:endParaRPr lang="en-US" dirty="0" smtClean="0"/>
          </a:p>
          <a:p>
            <a:pPr>
              <a:buFont typeface="+mj-lt"/>
              <a:buAutoNum type="arabicPeriod"/>
            </a:pPr>
            <a:r>
              <a:rPr lang="en-US" dirty="0" smtClean="0"/>
              <a:t>Content creation by AI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Outlier AI(code by Harry)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Write subtitles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Transcribing</a:t>
            </a:r>
          </a:p>
          <a:p>
            <a:pPr>
              <a:buFont typeface="+mj-lt"/>
              <a:buAutoNum type="arabicPeriod"/>
            </a:pPr>
            <a:endParaRPr lang="en-US" dirty="0" smtClean="0"/>
          </a:p>
          <a:p>
            <a:pPr>
              <a:buFont typeface="+mj-lt"/>
              <a:buAutoNum type="arabicPeriod"/>
            </a:pPr>
            <a:endParaRPr lang="en-US" dirty="0" smtClean="0"/>
          </a:p>
          <a:p>
            <a:pPr>
              <a:buFont typeface="+mj-lt"/>
              <a:buAutoNum type="arabicPeriod"/>
            </a:pPr>
            <a:endParaRPr lang="en-US" dirty="0" smtClean="0"/>
          </a:p>
          <a:p>
            <a:pPr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666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smtClean="0"/>
              <a:t>Content creation </a:t>
            </a:r>
          </a:p>
          <a:p>
            <a:pPr>
              <a:buFont typeface="+mj-lt"/>
              <a:buAutoNum type="arabicPeriod"/>
            </a:pPr>
            <a:r>
              <a:rPr lang="en-US" dirty="0" err="1" smtClean="0"/>
              <a:t>Dropshipping</a:t>
            </a:r>
            <a:endParaRPr lang="en-US" dirty="0" smtClean="0"/>
          </a:p>
          <a:p>
            <a:pPr>
              <a:buFont typeface="+mj-lt"/>
              <a:buAutoNum type="arabicPeriod"/>
            </a:pPr>
            <a:r>
              <a:rPr lang="en-US" dirty="0" err="1" smtClean="0"/>
              <a:t>Videopgraphy</a:t>
            </a:r>
            <a:r>
              <a:rPr lang="en-US" dirty="0" smtClean="0"/>
              <a:t> and photography.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Instagram theme page/fan page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Instagram faming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Instagram agency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Social media management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Graphic design/thumbnail design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Content writing and copywriting </a:t>
            </a:r>
          </a:p>
          <a:p>
            <a:pPr>
              <a:buFont typeface="+mj-lt"/>
              <a:buAutoNum type="arabicPeriod"/>
            </a:pP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smtClean="0"/>
              <a:t>Visual assistant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UCG creato</a:t>
            </a:r>
            <a:r>
              <a:rPr lang="en-US" dirty="0" smtClean="0"/>
              <a:t>r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Marketing an SEO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Freelance influencer marketer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Interview engineer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Write e-books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Digital products(template,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Service arbitrage</a:t>
            </a:r>
          </a:p>
          <a:p>
            <a:pPr>
              <a:buFont typeface="+mj-lt"/>
              <a:buAutoNum type="arabicPeriod"/>
            </a:pPr>
            <a:endParaRPr lang="en-US" dirty="0" smtClean="0"/>
          </a:p>
          <a:p>
            <a:pPr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7425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>
              <a:buFont typeface="+mj-lt"/>
              <a:buAutoNum type="arabicPeriod"/>
            </a:pPr>
            <a:r>
              <a:rPr lang="en-US" dirty="0" smtClean="0"/>
              <a:t>Ai content  creation services</a:t>
            </a:r>
            <a:r>
              <a:rPr lang="en-IN" dirty="0" smtClean="0"/>
              <a:t>(creating </a:t>
            </a:r>
            <a:r>
              <a:rPr lang="en-IN" dirty="0" err="1" smtClean="0"/>
              <a:t>blogs,social</a:t>
            </a:r>
            <a:r>
              <a:rPr lang="en-IN" dirty="0" smtClean="0"/>
              <a:t> media </a:t>
            </a:r>
            <a:r>
              <a:rPr lang="en-IN" dirty="0" err="1" smtClean="0"/>
              <a:t>post,marketing</a:t>
            </a:r>
            <a:r>
              <a:rPr lang="en-IN" dirty="0" smtClean="0"/>
              <a:t> copy, product description)</a:t>
            </a:r>
            <a:br>
              <a:rPr lang="en-IN" dirty="0" smtClean="0"/>
            </a:br>
            <a:endParaRPr lang="en-IN" dirty="0" smtClean="0"/>
          </a:p>
          <a:p>
            <a:pPr>
              <a:buFont typeface="+mj-lt"/>
              <a:buAutoNum type="arabicPeriod"/>
            </a:pPr>
            <a:r>
              <a:rPr lang="en-US" dirty="0" smtClean="0"/>
              <a:t>Online courses</a:t>
            </a:r>
          </a:p>
          <a:p>
            <a:pPr>
              <a:buFont typeface="+mj-lt"/>
              <a:buAutoNum type="arabicPeriod"/>
            </a:pPr>
            <a:r>
              <a:rPr lang="en-US" dirty="0" err="1" smtClean="0"/>
              <a:t>Youtube</a:t>
            </a:r>
            <a:r>
              <a:rPr lang="en-US" dirty="0" smtClean="0"/>
              <a:t> AI Automation</a:t>
            </a:r>
          </a:p>
          <a:p>
            <a:pPr>
              <a:buFont typeface="+mj-lt"/>
              <a:buAutoNum type="arabicPeriod"/>
            </a:pPr>
            <a:r>
              <a:rPr lang="en-US" dirty="0" err="1" smtClean="0"/>
              <a:t>Trnscribing</a:t>
            </a:r>
            <a:endParaRPr lang="en-US" dirty="0" smtClean="0"/>
          </a:p>
          <a:p>
            <a:pPr>
              <a:buFont typeface="+mj-lt"/>
              <a:buAutoNum type="arabicPeriod"/>
            </a:pPr>
            <a:r>
              <a:rPr lang="en-US" dirty="0" smtClean="0"/>
              <a:t>Sell photos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Test websites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Online language tutors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680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+mj-lt"/>
              <a:buAutoNum type="arabicPeriod"/>
            </a:pPr>
            <a:r>
              <a:rPr lang="en-IN" dirty="0"/>
              <a:t>1. Good Paid Internships (added advantage of overlap with degree &amp; syllabus</a:t>
            </a:r>
            <a:r>
              <a:rPr lang="en-IN" dirty="0" smtClean="0"/>
              <a:t>)</a:t>
            </a:r>
          </a:p>
          <a:p>
            <a:pPr marL="0" indent="0">
              <a:buNone/>
            </a:pPr>
            <a:r>
              <a:rPr lang="en-IN" dirty="0" smtClean="0"/>
              <a:t>2. Web </a:t>
            </a:r>
            <a:r>
              <a:rPr lang="en-IN" dirty="0"/>
              <a:t>App </a:t>
            </a:r>
            <a:r>
              <a:rPr lang="en-IN" dirty="0" smtClean="0"/>
              <a:t>Development</a:t>
            </a:r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3. Video Editing - story telling </a:t>
            </a:r>
            <a:endParaRPr lang="en-IN" dirty="0" smtClean="0"/>
          </a:p>
          <a:p>
            <a:pPr marL="0" indent="0">
              <a:buNone/>
            </a:pPr>
            <a:r>
              <a:rPr lang="en-IN" dirty="0" smtClean="0"/>
              <a:t>4</a:t>
            </a:r>
            <a:r>
              <a:rPr lang="en-IN" dirty="0"/>
              <a:t>. After Effects </a:t>
            </a:r>
            <a:endParaRPr lang="en-IN" dirty="0" smtClean="0"/>
          </a:p>
          <a:p>
            <a:pPr marL="0" indent="0">
              <a:buNone/>
            </a:pPr>
            <a:r>
              <a:rPr lang="en-IN" dirty="0" smtClean="0"/>
              <a:t>5</a:t>
            </a:r>
            <a:r>
              <a:rPr lang="en-IN" dirty="0"/>
              <a:t>. Digital Marketing &amp; selling </a:t>
            </a:r>
            <a:endParaRPr lang="en-IN" dirty="0" smtClean="0"/>
          </a:p>
          <a:p>
            <a:pPr marL="0" indent="0">
              <a:buNone/>
            </a:pPr>
            <a:r>
              <a:rPr lang="en-IN" dirty="0" smtClean="0"/>
              <a:t>6</a:t>
            </a:r>
            <a:r>
              <a:rPr lang="en-IN" dirty="0"/>
              <a:t>. Make Up Artist </a:t>
            </a:r>
            <a:endParaRPr lang="en-IN" dirty="0" smtClean="0"/>
          </a:p>
          <a:p>
            <a:pPr marL="0" indent="0">
              <a:buNone/>
            </a:pPr>
            <a:r>
              <a:rPr lang="en-IN" dirty="0" smtClean="0"/>
              <a:t>7</a:t>
            </a:r>
            <a:r>
              <a:rPr lang="en-IN" dirty="0"/>
              <a:t>. Drone </a:t>
            </a:r>
            <a:r>
              <a:rPr lang="en-IN" dirty="0" smtClean="0"/>
              <a:t>Pilot</a:t>
            </a:r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8. Remote Customer Care executive </a:t>
            </a:r>
            <a:endParaRPr lang="en-IN" dirty="0" smtClean="0"/>
          </a:p>
          <a:p>
            <a:pPr marL="0" indent="0">
              <a:buNone/>
            </a:pPr>
            <a:r>
              <a:rPr lang="en-IN" dirty="0" smtClean="0"/>
              <a:t>9</a:t>
            </a:r>
            <a:r>
              <a:rPr lang="en-IN" dirty="0"/>
              <a:t>. Teaching Assistant in Coaching </a:t>
            </a:r>
            <a:r>
              <a:rPr lang="en-IN" dirty="0" smtClean="0"/>
              <a:t>Institutes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10. Social media manager &amp; creative input </a:t>
            </a:r>
            <a:endParaRPr lang="en-IN" dirty="0" smtClean="0"/>
          </a:p>
          <a:p>
            <a:r>
              <a:rPr lang="en-IN" dirty="0" smtClean="0"/>
              <a:t>11</a:t>
            </a:r>
            <a:r>
              <a:rPr lang="en-IN" dirty="0"/>
              <a:t>. Script Writer/Content Writing/Ghost writer </a:t>
            </a:r>
            <a:endParaRPr lang="en-IN" dirty="0" smtClean="0"/>
          </a:p>
          <a:p>
            <a:r>
              <a:rPr lang="en-IN" dirty="0" smtClean="0"/>
              <a:t>12</a:t>
            </a:r>
            <a:r>
              <a:rPr lang="en-IN" dirty="0"/>
              <a:t>. Graphic Design - UI/UX </a:t>
            </a:r>
            <a:endParaRPr lang="en-IN" dirty="0" smtClean="0"/>
          </a:p>
          <a:p>
            <a:r>
              <a:rPr lang="en-IN" dirty="0" smtClean="0"/>
              <a:t>13</a:t>
            </a:r>
            <a:r>
              <a:rPr lang="en-IN" dirty="0"/>
              <a:t>. Remote Online Sales Executive 14. Drop shipping </a:t>
            </a:r>
            <a:endParaRPr lang="en-IN" dirty="0" smtClean="0"/>
          </a:p>
          <a:p>
            <a:r>
              <a:rPr lang="en-IN" dirty="0" smtClean="0"/>
              <a:t>15</a:t>
            </a:r>
            <a:r>
              <a:rPr lang="en-IN" dirty="0"/>
              <a:t>. Marriage Cinematography </a:t>
            </a:r>
            <a:endParaRPr lang="en-IN" dirty="0" smtClean="0"/>
          </a:p>
          <a:p>
            <a:r>
              <a:rPr lang="en-IN" dirty="0" smtClean="0"/>
              <a:t>16</a:t>
            </a:r>
            <a:r>
              <a:rPr lang="en-IN" dirty="0"/>
              <a:t>. Marriage Photographer </a:t>
            </a:r>
            <a:endParaRPr lang="en-IN" dirty="0" smtClean="0"/>
          </a:p>
          <a:p>
            <a:r>
              <a:rPr lang="en-IN" dirty="0" smtClean="0"/>
              <a:t>17</a:t>
            </a:r>
            <a:r>
              <a:rPr lang="en-IN" dirty="0"/>
              <a:t>. Social Media Creator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1537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err="1" smtClean="0"/>
              <a:t>Youtube</a:t>
            </a:r>
            <a:r>
              <a:rPr lang="en-US" dirty="0" smtClean="0"/>
              <a:t> Automation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Freelancing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Instagram theme pages</a:t>
            </a:r>
          </a:p>
          <a:p>
            <a:pPr>
              <a:buFont typeface="+mj-lt"/>
              <a:buAutoNum type="arabicPeriod"/>
            </a:pPr>
            <a:r>
              <a:rPr lang="en-US" dirty="0" err="1" smtClean="0"/>
              <a:t>Dropshipping</a:t>
            </a:r>
            <a:r>
              <a:rPr lang="en-US" dirty="0" smtClean="0"/>
              <a:t>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Blogging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Online tutoring </a:t>
            </a:r>
          </a:p>
          <a:p>
            <a:pPr>
              <a:buFont typeface="+mj-lt"/>
              <a:buAutoNum type="arabicPeriod"/>
            </a:pPr>
            <a:r>
              <a:rPr lang="en-US" dirty="0" err="1" smtClean="0"/>
              <a:t>Esty</a:t>
            </a:r>
            <a:r>
              <a:rPr lang="en-US" dirty="0" smtClean="0"/>
              <a:t> 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Social media marketing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Create digital products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 smtClean="0"/>
              <a:t>Scriptwriting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Video editing</a:t>
            </a:r>
          </a:p>
          <a:p>
            <a:pPr>
              <a:buFont typeface="+mj-lt"/>
              <a:buAutoNum type="arabicPeriod"/>
            </a:pPr>
            <a:r>
              <a:rPr lang="en-US" dirty="0" smtClean="0"/>
              <a:t>Content creation</a:t>
            </a:r>
          </a:p>
          <a:p>
            <a:pPr>
              <a:buFont typeface="+mj-lt"/>
              <a:buAutoNum type="arabicPeriod"/>
            </a:pPr>
            <a:endParaRPr lang="en-US" dirty="0" smtClean="0"/>
          </a:p>
          <a:p>
            <a:pPr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624113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to Data Mining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Gemini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Data Mining is the process of extracting valuable insights and patterns from large datasets.</a:t>
            </a:r>
          </a:p>
          <a:p>
            <a:pPr/>
            <a:r>
              <a:t>It leverages statistical, computational, and machine learning techniques to discover hidden relationships and trends.</a:t>
            </a:r>
          </a:p>
          <a:p>
            <a:pPr/>
            <a:r>
              <a:t>Handles various data types: structured (databases), semi-structured, and unstructured (data warehouses, data lakes).</a:t>
            </a:r>
          </a:p>
          <a:p>
            <a:pPr/>
            <a:r>
              <a:t>Essential for modern businesses to make smart decisions, understand customer behavior, and maintain a competitive edge.</a:t>
            </a:r>
          </a:p>
          <a:p>
            <a:pPr/>
            <a:r>
              <a:t>Involves a diverse set of algorithms designed for different analytical tasks.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Data Mining? Understanding Its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**The Data Explosion:** Today, data is generated at a rapid pace – every click, every purchase creates valuable information.</a:t>
            </a:r>
          </a:p>
          <a:p>
            <a:pPr/>
            <a:r>
              <a:t>**Strategic Decision Making:** Enables companies to convert raw data into actionable intelligence.</a:t>
            </a:r>
          </a:p>
          <a:p>
            <a:pPr/>
            <a:r>
              <a:t>**Core Purpose:** To extract useful insights and actionable knowledge from vast amounts of data.</a:t>
            </a:r>
          </a:p>
          <a:p>
            <a:pPr/>
            <a:r>
              <a:t>**Key Techniques Involved:**</a:t>
            </a:r>
          </a:p>
          <a:p>
            <a:pPr/>
            <a:r>
              <a:t>  - Statistics for quantitative analysis</a:t>
            </a:r>
          </a:p>
          <a:p>
            <a:pPr/>
            <a:r>
              <a:t>  - Machine Learning (ML) for predictive modeling and pattern recognition</a:t>
            </a:r>
          </a:p>
          <a:p>
            <a:pPr/>
            <a:r>
              <a:t>  - Database Systems for efficient data storage and retrieval</a:t>
            </a:r>
          </a:p>
          <a:p>
            <a:pPr/>
            <a:r>
              <a:t>**Business Impact:** Helps solve complex business problems, optimize processes, and make future predictions.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Applications of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**Customer Segmentation:** Grouping customers based on shared characteristics to tailor marketing strategies.</a:t>
            </a:r>
          </a:p>
          <a:p>
            <a:pPr/>
            <a:r>
              <a:t>**Market Basket Analysis:** Identifying relationships between products frequently purchased together to optimize product placement and promotions.</a:t>
            </a:r>
          </a:p>
          <a:p>
            <a:pPr/>
            <a:r>
              <a:t>**Predictive Modeling:** Forecasting future trends or outcomes, such as customer churn, sales, or fraud detection.</a:t>
            </a:r>
          </a:p>
          <a:p>
            <a:pPr/>
            <a:r>
              <a:t>**Industry Adoption:** Widely applied across diverse sectors to make informed decisions:</a:t>
            </a:r>
          </a:p>
          <a:p>
            <a:pPr/>
            <a:r>
              <a:t>  - Finance (fraud detection, risk assessment)</a:t>
            </a:r>
          </a:p>
          <a:p>
            <a:pPr/>
            <a:r>
              <a:t>  - Healthcare (disease prediction, treatment effectiveness)</a:t>
            </a:r>
          </a:p>
          <a:p>
            <a:pPr/>
            <a:r>
              <a:t>  - Retail (inventory management, personalized recommendations)</a:t>
            </a:r>
          </a:p>
          <a:p>
            <a:pPr/>
            <a:r>
              <a:t>  - Telecommunication (customer retention, network optimization)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Components of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Data Mining is an interdisciplinary field built upon several foundational components:</a:t>
            </a:r>
          </a:p>
          <a:p>
            <a:pPr/>
            <a:r>
              <a:t>**Machine Learning (ML):** Algorithms for pattern recognition, prediction, and classification.</a:t>
            </a:r>
          </a:p>
          <a:p>
            <a:pPr/>
            <a:r>
              <a:t>**Statistics:** Methods for data analysis, inference, and hypothesis testing.</a:t>
            </a:r>
          </a:p>
          <a:p>
            <a:pPr/>
            <a:r>
              <a:t>**Database Systems:** Efficient storage, retrieval, and management of large datasets.</a:t>
            </a:r>
          </a:p>
          <a:p>
            <a:pPr/>
            <a:r>
              <a:t>**Data Warehousing:** Architectures for consolidating and organizing data from multiple sources.</a:t>
            </a:r>
          </a:p>
          <a:p>
            <a:pPr/>
            <a:r>
              <a:t>**Information Retrieval:** Techniques for accessing and finding relevant information within data.</a:t>
            </a:r>
          </a:p>
          <a:p>
            <a:pPr/>
            <a:r>
              <a:t>**High-Performance Computing:** Processing large datasets efficiently.</a:t>
            </a:r>
          </a:p>
          <a:p>
            <a:pPr/>
            <a:r>
              <a:t>**Algorithm Design:** Development and optimization of specific data mining algorithms.</a:t>
            </a:r>
          </a:p>
          <a:p>
            <a:pPr/>
            <a:r>
              <a:t>**Visualization:** Presenting insights in an understandable and impactful graphical format.</a:t>
            </a:r>
          </a:p>
          <a:p>
            <a:pPr/>
            <a:r>
              <a:t>**Pattern Recognition:** Identifying regularities or irregularities in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 Mining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A systematic approach is followed to extract knowledge from data:</a:t>
            </a:r>
          </a:p>
          <a:p>
            <a:pPr/>
            <a:r>
              <a:t>**1. Data Cleaning and Integration:**</a:t>
            </a:r>
          </a:p>
          <a:p>
            <a:pPr/>
            <a:r>
              <a:t>  - Collecting and combining relevant data from various sources.</a:t>
            </a:r>
          </a:p>
          <a:p>
            <a:pPr/>
            <a:r>
              <a:t>  - Handling inconsistencies and resolving data conflicts.</a:t>
            </a:r>
          </a:p>
          <a:p>
            <a:pPr/>
            <a:r>
              <a:t>**2. Data Pre-processing:**</a:t>
            </a:r>
          </a:p>
          <a:p>
            <a:pPr/>
            <a:r>
              <a:t>  - Removing noisy data (irrelevant or erroneous entries).</a:t>
            </a:r>
          </a:p>
          <a:p>
            <a:pPr/>
            <a:r>
              <a:t>  - Addressing missing values through imputation or removal.</a:t>
            </a:r>
          </a:p>
          <a:p>
            <a:pPr/>
            <a:r>
              <a:t>  - Transforming data into a suitable format for analysis.</a:t>
            </a:r>
          </a:p>
          <a:p>
            <a:pPr/>
            <a:r>
              <a:t>**3. Pattern Recognition &amp; Machine Learning:**</a:t>
            </a:r>
          </a:p>
          <a:p>
            <a:pPr/>
            <a:r>
              <a:t>  - Applying algorithms like Classification, Clustering, and Regression to identify patterns.</a:t>
            </a:r>
          </a:p>
          <a:p>
            <a:pPr/>
            <a:r>
              <a:t>  - Building models based on the processed data.</a:t>
            </a:r>
          </a:p>
          <a:p>
            <a:pPr/>
            <a:r>
              <a:t>**4. Statistical Analysis:**</a:t>
            </a:r>
          </a:p>
          <a:p>
            <a:pPr/>
            <a:r>
              <a:t>  - Employing statistical measures (e.g., Mean, Mode, Median) to understand data distributions and relationships.</a:t>
            </a:r>
          </a:p>
          <a:p>
            <a:pPr/>
            <a:r>
              <a:t>  - Validating patterns and insights statistically.</a:t>
            </a:r>
          </a:p>
          <a:p>
            <a:pPr/>
            <a:r>
              <a:t>**5. Evaluation and Interpretation:**</a:t>
            </a:r>
          </a:p>
          <a:p>
            <a:pPr/>
            <a:r>
              <a:t>  - Assessing the accuracy and significance of the discovered patterns and models.</a:t>
            </a:r>
          </a:p>
          <a:p>
            <a:pPr/>
            <a:r>
              <a:t>  - Interpreting the findings in the context of the business problem.</a:t>
            </a:r>
          </a:p>
          <a:p>
            <a:pPr/>
            <a:r>
              <a:t>**6. Data Presentation &amp; Visualization:**</a:t>
            </a:r>
          </a:p>
          <a:p>
            <a:pPr/>
            <a:r>
              <a:t>  - Communicating the insights effectively using charts, graphs, and interactive dashboards.</a:t>
            </a:r>
          </a:p>
          <a:p>
            <a:pPr/>
            <a:r>
              <a:t>  - Making the complex findings accessible and actionable for decision-makers.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978</TotalTime>
  <Words>224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Wisp</vt:lpstr>
      <vt:lpstr>SIDE HUSTLE</vt:lpstr>
      <vt:lpstr>Freelancer websites</vt:lpstr>
      <vt:lpstr>Different types of ways to earn money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SIDE HUSTLE</dc:title>
  <dc:creator>geetanjally rani</dc:creator>
  <cp:lastModifiedBy>HP</cp:lastModifiedBy>
  <cp:revision>37</cp:revision>
  <dcterms:created xsi:type="dcterms:W3CDTF">2024-11-01T14:22:32Z</dcterms:created>
  <dcterms:modified xsi:type="dcterms:W3CDTF">2024-12-29T16:02:53Z</dcterms:modified>
</cp:coreProperties>
</file>