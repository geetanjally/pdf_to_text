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MINING</a:t>
            </a:r>
          </a:p>
        </p:txBody>
      </p:sp>
      <p:sp>
        <p:nvSpPr>
          <p:cNvPr id="3" name="Content Placeholder 2"/>
          <p:cNvSpPr>
            <a:spLocks noGrp="1"/>
          </p:cNvSpPr>
          <p:nvPr>
            <p:ph idx="1"/>
          </p:nvPr>
        </p:nvSpPr>
        <p:spPr/>
        <p:txBody>
          <a:bodyPr/>
          <a:lstStyle/>
          <a:p>
            <a:r>
              <a:t>Introduction</a:t>
            </a:r>
          </a:p>
          <a:p>
            <a:r>
              <a:t>DATA Mining Concepts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Mining - Data Mining is the process of extracting insights from large datasets using statistical and computational techniques. It can involve structured, semi-structured, or unstructured data stored in databases, data warehouses, or data lakes. Data mining involves many algorithms to accomplish different tasks.</a:t>
            </a:r>
          </a:p>
        </p:txBody>
      </p:sp>
      <p:sp>
        <p:nvSpPr>
          <p:cNvPr id="3" name="Content Placeholder 2"/>
          <p:cNvSpPr>
            <a:spLocks noGrp="1"/>
          </p:cNvSpPr>
          <p:nvPr>
            <p:ph idx="1"/>
          </p:nvPr>
        </p:nvSpPr>
        <p:spPr/>
        <p:txBody>
          <a:bodyPr/>
          <a:lstStyle/>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Today, data is being generated at a rapid pace. Every time a click to purchase anything generates information/data, companies use it to make smart decisions, understand customer behavior, and stay competitive. This is called Data Mining.</a:t>
            </a:r>
          </a:p>
        </p:txBody>
      </p:sp>
      <p:sp>
        <p:nvSpPr>
          <p:cNvPr id="3" name="Content Placeholder 2"/>
          <p:cNvSpPr>
            <a:spLocks noGrp="1"/>
          </p:cNvSpPr>
          <p:nvPr>
            <p:ph idx="1"/>
          </p:nvPr>
        </p:nvSpPr>
        <p:spPr/>
        <p:txBody>
          <a:bodyPr/>
          <a:lstStyle/>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MINING - It is the process of extracting useful insights and knowledge from large datasets. It involves applying techniques like statistics, ML, and database systems to find hidden patterns, relationships, and trends. These insights help them to solve business problems, improve processes, and make future predictions.</a:t>
            </a:r>
          </a:p>
        </p:txBody>
      </p:sp>
      <p:sp>
        <p:nvSpPr>
          <p:cNvPr id="3" name="Content Placeholder 2"/>
          <p:cNvSpPr>
            <a:spLocks noGrp="1"/>
          </p:cNvSpPr>
          <p:nvPr>
            <p:ph idx="1"/>
          </p:nvPr>
        </p:nvSpPr>
        <p:spPr/>
        <p:txBody>
          <a:bodyPr/>
          <a:lstStyle/>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COMMON APPLICATIONS OF DATA MINING</a:t>
            </a:r>
          </a:p>
        </p:txBody>
      </p:sp>
      <p:sp>
        <p:nvSpPr>
          <p:cNvPr id="3" name="Content Placeholder 2"/>
          <p:cNvSpPr>
            <a:spLocks noGrp="1"/>
          </p:cNvSpPr>
          <p:nvPr>
            <p:ph idx="1"/>
          </p:nvPr>
        </p:nvSpPr>
        <p:spPr/>
        <p:txBody>
          <a:bodyPr/>
          <a:lstStyle/>
          <a:p>
            <a:r>
              <a:t>1.  Customer Segmentation.</a:t>
            </a:r>
          </a:p>
          <a:p>
            <a:r>
              <a:t>2.  Market Basket Analysis.</a:t>
            </a:r>
          </a:p>
          <a:p>
            <a:r>
              <a:t>3.  Predictive Modeling.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It is widely used across industries like finance, healthcare, retail, and telecommunication to make informed decisions. The core components of this field are ML, Statistics, database systems, data warehouses, information retrieval, high-performance computing, its applications, algorithms, visualization, and pattern recognition.</a:t>
            </a:r>
          </a:p>
        </p:txBody>
      </p:sp>
      <p:sp>
        <p:nvSpPr>
          <p:cNvPr id="3" name="Content Placeholder 2"/>
          <p:cNvSpPr>
            <a:spLocks noGrp="1"/>
          </p:cNvSpPr>
          <p:nvPr>
            <p:ph idx="1"/>
          </p:nvPr>
        </p:nvSpPr>
        <p:spPr/>
        <p:txBody>
          <a:bodyPr/>
          <a:lstStyle/>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 OF DATA MINING</a:t>
            </a:r>
          </a:p>
        </p:txBody>
      </p:sp>
      <p:sp>
        <p:nvSpPr>
          <p:cNvPr id="3" name="Content Placeholder 2"/>
          <p:cNvSpPr>
            <a:spLocks noGrp="1"/>
          </p:cNvSpPr>
          <p:nvPr>
            <p:ph idx="1"/>
          </p:nvPr>
        </p:nvSpPr>
        <p:spPr/>
        <p:txBody>
          <a:bodyPr/>
          <a:lstStyle/>
          <a:p>
            <a:r>
              <a:t>1.  Data Cleaning And Integration - (Extracts relevant data)</a:t>
            </a:r>
          </a:p>
          <a:p>
            <a:r>
              <a:t>2.  Data Pre-Processing - (Removes noisy data and missing values)</a:t>
            </a:r>
          </a:p>
          <a:p>
            <a:r>
              <a:t>3.  Pattern Recognition &amp; ML - (Classification, Clustering, Regression)</a:t>
            </a:r>
          </a:p>
          <a:p>
            <a:r>
              <a:t>4.  Statistical Analysis - (Mean, Mode, Median)</a:t>
            </a:r>
          </a:p>
          <a:p>
            <a:r>
              <a:t>5.  Evaluation and Interpretation.</a:t>
            </a:r>
          </a:p>
          <a:p>
            <a:r>
              <a:t>6.  Data Presentation &amp; Visualization.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