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Data Mining is the process of extracting valuable insights and knowledge from large datasets.</a:t>
            </a:r>
          </a:p>
          <a:p>
            <a:pPr>
              <a:defRPr sz="1800"/>
            </a:pPr>
            <a:r>
              <a:t>It leverages statistical, computational, and machine learning techniques to uncover hidden patterns, relationships, and trends.</a:t>
            </a:r>
          </a:p>
          <a:p>
            <a:pPr>
              <a:defRPr sz="1800"/>
            </a:pPr>
            <a:r>
              <a:t>Applies to various data types: structured, semi-structured, and unstructured data.</a:t>
            </a:r>
          </a:p>
          <a:p>
            <a:pPr>
              <a:defRPr sz="1800"/>
            </a:pPr>
            <a:r>
              <a:t>Data sources include databases, data warehouses, and data lakes.</a:t>
            </a:r>
          </a:p>
          <a:p>
            <a:pPr>
              <a:defRPr sz="1800"/>
            </a:pPr>
            <a:r>
              <a:t>Driven by the rapid generation of data, enabling companies to make smarter decisions and stay competitive.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Mining is Essential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Helps understand customer behavior and preferences.</a:t>
            </a:r>
          </a:p>
          <a:p>
            <a:pPr>
              <a:defRPr sz="1800"/>
            </a:pPr>
            <a:r>
              <a:t>Assists in solving complex business problems and optimizing processes.</a:t>
            </a:r>
          </a:p>
          <a:p>
            <a:pPr>
              <a:defRPr sz="1800"/>
            </a:pPr>
            <a:r>
              <a:t>Enables accurate future predictions and strategic planning.</a:t>
            </a:r>
          </a:p>
          <a:p>
            <a:pPr>
              <a:defRPr sz="1800"/>
            </a:pPr>
            <a:r>
              <a:t>Crucial for gaining a competitive edge in today's data-rich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Applications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Customer Segmentation: Grouping customers with similar characteristics for targeted marketing.</a:t>
            </a:r>
          </a:p>
          <a:p>
            <a:pPr>
              <a:defRPr sz="1800"/>
            </a:pPr>
            <a:r>
              <a:t>Market Basket Analysis: Identifying associations between products purchased together to optimize sales strategies.</a:t>
            </a:r>
          </a:p>
          <a:p>
            <a:pPr>
              <a:defRPr sz="1800"/>
            </a:pPr>
            <a:r>
              <a:t>Predictive Modeling: Forecasting future trends or outcomes, such as predicting customer churn, sales, or risk.</a:t>
            </a:r>
          </a:p>
          <a:p>
            <a:pPr>
              <a:defRPr sz="1800"/>
            </a:pPr>
            <a:r>
              <a:t>Fraud Detection: Identifying unusual patterns in transactions to detect and prevent fraudulent activities.</a:t>
            </a:r>
          </a:p>
          <a:p>
            <a:pPr>
              <a:defRPr sz="1800"/>
            </a:pPr>
            <a:r>
              <a:t>Quality Control: Monitoring production processes to detect anomalies and improve product quality.</a:t>
            </a:r>
          </a:p>
          <a:p>
            <a:pPr>
              <a:defRPr sz="1800"/>
            </a:pPr>
            <a:r>
              <a:t>Widely adopted across industries like finance, healthcare, retail, and telecommunication for informed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Disciplines &amp;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Machine Learning (ML): Algorithms for pattern recognition and prediction.</a:t>
            </a:r>
          </a:p>
          <a:p>
            <a:pPr>
              <a:defRPr sz="1800"/>
            </a:pPr>
            <a:r>
              <a:t>Statistics: Methods for data analysis, inference, and modeling.</a:t>
            </a:r>
          </a:p>
          <a:p>
            <a:pPr>
              <a:defRPr sz="1800"/>
            </a:pPr>
            <a:r>
              <a:t>Database Systems: Storage, retrieval, and management of large datasets.</a:t>
            </a:r>
          </a:p>
          <a:p>
            <a:pPr>
              <a:defRPr sz="1800"/>
            </a:pPr>
            <a:r>
              <a:t>Data Warehousing: Systems for integrating and storing historical data for analytical purposes.</a:t>
            </a:r>
          </a:p>
          <a:p>
            <a:pPr>
              <a:defRPr sz="1800"/>
            </a:pPr>
            <a:r>
              <a:t>Information Retrieval: Techniques for accessing relevant information from large repositories.</a:t>
            </a:r>
          </a:p>
          <a:p>
            <a:pPr>
              <a:defRPr sz="1800"/>
            </a:pPr>
            <a:r>
              <a:t>High-Performance Computing: Essential for processing massive datasets efficiently.</a:t>
            </a:r>
          </a:p>
          <a:p>
            <a:pPr>
              <a:defRPr sz="1800"/>
            </a:pPr>
            <a:r>
              <a:t>Algorithms: Specific procedures and rules for data processing and analysis.</a:t>
            </a:r>
          </a:p>
          <a:p>
            <a:pPr>
              <a:defRPr sz="1800"/>
            </a:pPr>
            <a:r>
              <a:t>Visualization: Graphical representation of data and patterns for easier understanding and communication.</a:t>
            </a:r>
          </a:p>
          <a:p>
            <a:pPr>
              <a:defRPr sz="1800"/>
            </a:pPr>
            <a:r>
              <a:t>Pattern Recognition: Identifying regularities and patterns within complex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1. Data Cleaning and Integration: Extracting relevant data and combining it into a consistent format.</a:t>
            </a:r>
          </a:p>
          <a:p>
            <a:pPr>
              <a:defRPr sz="1800"/>
            </a:pPr>
            <a:r>
              <a:t>2. Data Pre-processing: Removing noisy data, handling missing values, and transforming data for analysis.</a:t>
            </a:r>
          </a:p>
          <a:p>
            <a:pPr>
              <a:defRPr sz="1800"/>
            </a:pPr>
            <a:r>
              <a:t>3. Pattern Recognition &amp; Machine Learning: Applying algorithms (e.g., Classification, Clustering, Regression) to discover hidden patterns and models.</a:t>
            </a:r>
          </a:p>
          <a:p>
            <a:pPr>
              <a:defRPr sz="1800"/>
            </a:pPr>
            <a:r>
              <a:t>4. Statistical Analysis: Utilizing statistical measures (e.g., Mean, Mode, Median) to understand data characteristics and validate patterns.</a:t>
            </a:r>
          </a:p>
          <a:p>
            <a:pPr>
              <a:defRPr sz="1800"/>
            </a:pPr>
            <a:r>
              <a:t>5. Evaluation and Interpretation: Assessing the significance and usefulness of discovered patterns and translating them into actionable insights.</a:t>
            </a:r>
          </a:p>
          <a:p>
            <a:pPr>
              <a:defRPr sz="1800"/>
            </a:pPr>
            <a:r>
              <a:t>6. Data Presentation &amp; Visualization: Communicating findings effectively through reports, dashboards, and visual aids to stakeholders.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