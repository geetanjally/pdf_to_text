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Data Mining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Gemini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Data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Data Mining is the process of extracting valuable insights from large datasets.</a:t>
            </a:r>
          </a:p>
          <a:p>
            <a:pPr>
              <a:defRPr sz="1800"/>
            </a:pPr>
            <a:r>
              <a:t>It utilizes statistical and computational techniques to discover hidden patterns, relationships, and trends.</a:t>
            </a:r>
          </a:p>
          <a:p>
            <a:pPr>
              <a:defRPr sz="1800"/>
            </a:pPr>
            <a:r>
              <a:t>This process can be applied to structured, semi-structured, or unstructured data residing in databases, data warehouses, or data lakes.</a:t>
            </a:r>
          </a:p>
          <a:p>
            <a:pPr>
              <a:defRPr sz="1800"/>
            </a:pPr>
            <a:r>
              <a:t>It involves various algorithms designed to accomplish different analytical tasks.</a:t>
            </a:r>
          </a:p>
          <a:p>
            <a:pPr>
              <a:defRPr sz="1800"/>
            </a:pPr>
            <a:r>
              <a:t>In essence, it's about making sense of the vast amounts of data generated daily to drive intelligent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Essence of Data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Today, data is generated at a rapid pace – every click, every purchase creates information.</a:t>
            </a:r>
          </a:p>
          <a:p>
            <a:pPr>
              <a:defRPr sz="1800"/>
            </a:pPr>
            <a:r>
              <a:t>Data Mining enables companies to transform this raw information into actionable intelligence.</a:t>
            </a:r>
          </a:p>
          <a:p>
            <a:pPr>
              <a:defRPr sz="1800"/>
            </a:pPr>
            <a:r>
              <a:t>It's the process of extracting useful insights and knowledge from these large datasets.</a:t>
            </a:r>
          </a:p>
          <a:p>
            <a:pPr>
              <a:defRPr sz="1800"/>
            </a:pPr>
            <a:r>
              <a:t>This involves applying techniques from statistics, machine learning (ML), and database systems.</a:t>
            </a:r>
          </a:p>
          <a:p>
            <a:pPr>
              <a:defRPr sz="1800"/>
            </a:pPr>
            <a:r>
              <a:t>The ultimate goal is to find hidden patterns, relationships, and trends that empower businesses to solve problems, optimize processes, and make accurate future predictions.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Applications of Data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Customer Segmentation: Grouping customers based on shared characteristics to tailor marketing strategies and product offerings.</a:t>
            </a:r>
          </a:p>
          <a:p>
            <a:pPr>
              <a:defRPr sz="1800"/>
            </a:pPr>
            <a:r>
              <a:t>Market Basket Analysis: Discovering relationships between products frequently purchased together, useful for cross-selling and store layout optimization.</a:t>
            </a:r>
          </a:p>
          <a:p>
            <a:pPr>
              <a:defRPr sz="1800"/>
            </a:pPr>
            <a:r>
              <a:t>Predictive Modeling: Forecasting future events or behaviors, such as predicting customer churn, sales trends, or credit risk.</a:t>
            </a:r>
          </a:p>
          <a:p>
            <a:pPr>
              <a:defRPr sz="1800"/>
            </a:pPr>
            <a:r>
              <a:t>It is widely used across diverse industries including finance, healthcare, retail, and telecommunications to make informed, data-driven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Components of Data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Machine Learning: Providing algorithms for classification, clustering, regression, and anomaly detection.</a:t>
            </a:r>
          </a:p>
          <a:p>
            <a:pPr>
              <a:defRPr sz="1800"/>
            </a:pPr>
            <a:r>
              <a:t>Statistics: Offering foundational methods for data analysis, hypothesis testing, and model validation.</a:t>
            </a:r>
          </a:p>
          <a:p>
            <a:pPr>
              <a:defRPr sz="1800"/>
            </a:pPr>
            <a:r>
              <a:t>Database Systems: Managing and storing large volumes of data efficiently.</a:t>
            </a:r>
          </a:p>
          <a:p>
            <a:pPr>
              <a:defRPr sz="1800"/>
            </a:pPr>
            <a:r>
              <a:t>Data Warehousing: Integrating data from various sources into a centralized repository for analytical queries.</a:t>
            </a:r>
          </a:p>
          <a:p>
            <a:pPr>
              <a:defRPr sz="1800"/>
            </a:pPr>
            <a:r>
              <a:t>Information Retrieval: Techniques for accessing and retrieving relevant information from unstructured data.</a:t>
            </a:r>
          </a:p>
          <a:p>
            <a:pPr>
              <a:defRPr sz="1800"/>
            </a:pPr>
            <a:r>
              <a:t>High-Performance Computing: Enabling the processing of massive datasets and complex algorithms.</a:t>
            </a:r>
          </a:p>
          <a:p>
            <a:pPr>
              <a:defRPr sz="1800"/>
            </a:pPr>
            <a:r>
              <a:t>Algorithms: Specific mathematical procedures used for pattern discovery and model building.</a:t>
            </a:r>
          </a:p>
          <a:p>
            <a:pPr>
              <a:defRPr sz="1800"/>
            </a:pPr>
            <a:r>
              <a:t>Visualization: Presenting complex data and analytical results in an understandable graphical format.</a:t>
            </a:r>
          </a:p>
          <a:p>
            <a:pPr>
              <a:defRPr sz="1800"/>
            </a:pPr>
            <a:r>
              <a:t>Pattern Recognition: Identifying meaningful patterns, anomalies, and structures within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Data Mining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Data Cleaning and Integration: The initial step involves extracting relevant data from multiple sources and resolving inconsistencies or redundancies.</a:t>
            </a:r>
          </a:p>
          <a:p>
            <a:pPr>
              <a:defRPr sz="1800"/>
            </a:pPr>
            <a:r>
              <a:t>Data Preprocessing: Preparing the data for analysis by removing noisy data, handling missing values, and transforming data into a suitable format.</a:t>
            </a:r>
          </a:p>
          <a:p>
            <a:pPr>
              <a:defRPr sz="1800"/>
            </a:pPr>
            <a:r>
              <a:t>Pattern Recognition &amp; Machine Learning: Applying various algorithms such as Classification (categorizing data), Clustering (grouping similar data points), and Regression (predicting continuous values) to find patterns.</a:t>
            </a:r>
          </a:p>
          <a:p>
            <a:pPr>
              <a:defRPr sz="1800"/>
            </a:pPr>
            <a:r>
              <a:t>Statistical Analysis: Utilizing statistical methods (e.g., Mean, Mode, Median, correlation) to summarize data, identify relationships, and validate findings.</a:t>
            </a:r>
          </a:p>
          <a:p>
            <a:pPr>
              <a:defRPr sz="1800"/>
            </a:pPr>
            <a:r>
              <a:t>Evaluation and Interpretation: Assessing the significance, accuracy, and usefulness of the discovered patterns and models.</a:t>
            </a:r>
          </a:p>
          <a:p>
            <a:pPr>
              <a:defRPr sz="1800"/>
            </a:pPr>
            <a:r>
              <a:t>Data Presentation &amp; Visualization: Communicating the findings effectively to stakeholders using reports, dashboards, charts, and other visual tools for better understanding and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